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9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1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3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1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3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5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5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02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3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3FECE-A372-46AA-8106-B35B2931C6C7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A8905-38AE-42F5-81BC-949A8ECBD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8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topics/engineering/neighbor-classifi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48" y="512518"/>
            <a:ext cx="9383151" cy="62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49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05244"/>
            <a:ext cx="10515600" cy="535275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다중 카메라 시스템에 대한 임의의 관점에서 동작을 인식하는 문제를 </a:t>
            </a:r>
            <a:r>
              <a:rPr lang="ko-KR" altLang="en-US" dirty="0" smtClean="0"/>
              <a:t>해결</a:t>
            </a:r>
            <a:endParaRPr lang="en-US" altLang="ko-KR" dirty="0" smtClean="0"/>
          </a:p>
          <a:p>
            <a:r>
              <a:rPr lang="ko-KR" altLang="en-US" dirty="0"/>
              <a:t>인간의 포즈에 대한 새로운 뷰 독립적 표현을 </a:t>
            </a:r>
            <a:r>
              <a:rPr lang="ko-KR" altLang="en-US" dirty="0" smtClean="0"/>
              <a:t>제시</a:t>
            </a:r>
            <a:endParaRPr lang="en-US" altLang="ko-KR" dirty="0" smtClean="0"/>
          </a:p>
          <a:p>
            <a:r>
              <a:rPr lang="ko-KR" altLang="en-US" dirty="0" smtClean="0"/>
              <a:t>데이터가 처음에는 체적 데이터의 형태로 제공된다고 가정 </a:t>
            </a:r>
            <a:endParaRPr lang="en-US" altLang="ko-KR" dirty="0" smtClean="0"/>
          </a:p>
          <a:p>
            <a:r>
              <a:rPr lang="ko-KR" altLang="en-US" dirty="0" smtClean="0"/>
              <a:t>인체의 체적은 먼저 일련의 수평 층으로 분할</a:t>
            </a:r>
            <a:endParaRPr lang="en-US" altLang="ko-KR" dirty="0" smtClean="0"/>
          </a:p>
          <a:p>
            <a:r>
              <a:rPr lang="ko-KR" altLang="en-US" dirty="0" smtClean="0"/>
              <a:t>각 </a:t>
            </a:r>
            <a:r>
              <a:rPr lang="ko-KR" altLang="en-US" dirty="0"/>
              <a:t>층과 신체 세그먼트의 교차점은 둘러싸는 원으로 </a:t>
            </a:r>
            <a:r>
              <a:rPr lang="ko-KR" altLang="en-US" dirty="0" smtClean="0"/>
              <a:t>코딩 됨</a:t>
            </a:r>
            <a:endParaRPr lang="en-US" altLang="ko-KR" dirty="0" smtClean="0"/>
          </a:p>
          <a:p>
            <a:r>
              <a:rPr lang="ko-KR" altLang="en-US" dirty="0"/>
              <a:t>원형 특징 부는 </a:t>
            </a:r>
            <a:r>
              <a:rPr lang="en-US" altLang="ko-KR" dirty="0"/>
              <a:t>(</a:t>
            </a:r>
            <a:r>
              <a:rPr lang="en-US" altLang="ko-KR" dirty="0" err="1"/>
              <a:t>i</a:t>
            </a:r>
            <a:r>
              <a:rPr lang="en-US" altLang="ko-KR" dirty="0"/>
              <a:t>) </a:t>
            </a:r>
            <a:r>
              <a:rPr lang="ko-KR" altLang="en-US" dirty="0"/>
              <a:t>원의 수</a:t>
            </a:r>
            <a:r>
              <a:rPr lang="en-US" altLang="ko-KR" dirty="0"/>
              <a:t>, (ii) </a:t>
            </a:r>
            <a:r>
              <a:rPr lang="ko-KR" altLang="en-US" dirty="0"/>
              <a:t>외부 원의 면적 및 </a:t>
            </a:r>
            <a:r>
              <a:rPr lang="en-US" altLang="ko-KR" dirty="0"/>
              <a:t>(iii) </a:t>
            </a:r>
            <a:r>
              <a:rPr lang="ko-KR" altLang="en-US" dirty="0"/>
              <a:t>내부 원의 면적이 포즈 </a:t>
            </a:r>
            <a:r>
              <a:rPr lang="ko-KR" altLang="en-US" dirty="0" err="1"/>
              <a:t>디스크립터를</a:t>
            </a:r>
            <a:r>
              <a:rPr lang="ko-KR" altLang="en-US" dirty="0"/>
              <a:t> 생성하는데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r>
              <a:rPr lang="ko-KR" altLang="en-US" dirty="0" smtClean="0"/>
              <a:t>액션 시퀀스 에서 모든 프레임의 포즈 </a:t>
            </a:r>
            <a:r>
              <a:rPr lang="ko-KR" altLang="en-US" dirty="0" err="1" smtClean="0"/>
              <a:t>디스크립터는</a:t>
            </a:r>
            <a:r>
              <a:rPr lang="ko-KR" altLang="en-US" dirty="0" smtClean="0"/>
              <a:t> 대응하는 모션 </a:t>
            </a:r>
            <a:r>
              <a:rPr lang="ko-KR" altLang="en-US" dirty="0" err="1" smtClean="0"/>
              <a:t>디스크립터를</a:t>
            </a:r>
            <a:r>
              <a:rPr lang="ko-KR" altLang="en-US" dirty="0" smtClean="0"/>
              <a:t> 생성하기 위해 더 결합</a:t>
            </a:r>
            <a:endParaRPr lang="en-US" altLang="ko-KR" dirty="0" smtClean="0"/>
          </a:p>
          <a:p>
            <a:r>
              <a:rPr lang="ko-KR" altLang="en-US" dirty="0"/>
              <a:t>그런 다음 </a:t>
            </a:r>
            <a:r>
              <a:rPr lang="en-US" dirty="0"/>
              <a:t>a simple nearest neighbor </a:t>
            </a:r>
            <a:r>
              <a:rPr lang="en-US" dirty="0" err="1" smtClean="0"/>
              <a:t>classifie</a:t>
            </a:r>
            <a:r>
              <a:rPr lang="en-US" dirty="0" smtClean="0"/>
              <a:t> </a:t>
            </a:r>
            <a:r>
              <a:rPr lang="ko-KR" altLang="en-US" dirty="0" smtClean="0"/>
              <a:t>로</a:t>
            </a:r>
            <a:r>
              <a:rPr lang="ko-KR" altLang="en-US" dirty="0">
                <a:hlinkClick r:id="rId2" tooltip="ScienceDirect의 AI 생성 주제 페이지에서 Neighbor Classifier에 대해 자세히 알아보십시오."/>
              </a:rPr>
              <a:t> </a:t>
            </a:r>
            <a:r>
              <a:rPr lang="ko-KR" altLang="en-US" dirty="0"/>
              <a:t>동작 인식을 </a:t>
            </a:r>
            <a:r>
              <a:rPr lang="ko-KR" altLang="en-US" dirty="0" smtClean="0"/>
              <a:t>수행</a:t>
            </a:r>
            <a:endParaRPr lang="en-US" altLang="ko-KR" dirty="0" smtClean="0"/>
          </a:p>
          <a:p>
            <a:r>
              <a:rPr lang="en-US" altLang="ko-KR" dirty="0"/>
              <a:t>IXMAS </a:t>
            </a:r>
            <a:r>
              <a:rPr lang="ko-KR" altLang="en-US" dirty="0"/>
              <a:t>멀티 뷰 데이터 </a:t>
            </a:r>
            <a:r>
              <a:rPr lang="ko-KR" altLang="en-US" dirty="0" smtClean="0"/>
              <a:t>세트</a:t>
            </a:r>
            <a:r>
              <a:rPr lang="ko-KR" altLang="en-US" dirty="0"/>
              <a:t> 에서 수행 된 실험은 </a:t>
            </a:r>
            <a:r>
              <a:rPr lang="ko-KR" altLang="en-US" dirty="0" smtClean="0"/>
              <a:t>분석법의 </a:t>
            </a:r>
            <a:r>
              <a:rPr lang="ko-KR" altLang="en-US" dirty="0"/>
              <a:t>성능이 </a:t>
            </a:r>
            <a:r>
              <a:rPr lang="ko-KR" altLang="en-US" dirty="0" smtClean="0"/>
              <a:t>다른 논문 </a:t>
            </a:r>
            <a:r>
              <a:rPr lang="ko-KR" altLang="en-US" dirty="0"/>
              <a:t>방법과 비교할 수 있음</a:t>
            </a:r>
            <a:endParaRPr lang="en-US" altLang="ko-KR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851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1. </a:t>
            </a: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단일 카메라 시스템은 관점에 대한 의존성 및 자기 폐색으로 인한 문제와 같은 인식 성능을 저하시키는 </a:t>
            </a:r>
            <a:r>
              <a:rPr lang="ko-KR" altLang="en-US" dirty="0" smtClean="0"/>
              <a:t>단점</a:t>
            </a:r>
            <a:endParaRPr lang="en-US" altLang="ko-KR" dirty="0" smtClean="0"/>
          </a:p>
          <a:p>
            <a:r>
              <a:rPr lang="ko-KR" altLang="en-US" dirty="0"/>
              <a:t>멀티 카메라 시스템이 해결책으로 </a:t>
            </a:r>
            <a:r>
              <a:rPr lang="ko-KR" altLang="en-US" dirty="0" smtClean="0"/>
              <a:t>등장</a:t>
            </a:r>
            <a:endParaRPr lang="en-US" altLang="ko-KR" dirty="0" smtClean="0"/>
          </a:p>
          <a:p>
            <a:r>
              <a:rPr lang="ko-KR" altLang="en-US" dirty="0"/>
              <a:t>이 연구에서</a:t>
            </a:r>
            <a:r>
              <a:rPr lang="en-US" altLang="ko-KR" dirty="0"/>
              <a:t>, </a:t>
            </a:r>
            <a:r>
              <a:rPr lang="ko-KR" altLang="en-US" dirty="0"/>
              <a:t>행동을 이해하는데 인간 자세의 중요성에 </a:t>
            </a:r>
            <a:r>
              <a:rPr lang="ko-KR" altLang="en-US" dirty="0" smtClean="0"/>
              <a:t>초점</a:t>
            </a:r>
            <a:endParaRPr lang="en-US" altLang="ko-KR" dirty="0" smtClean="0"/>
          </a:p>
          <a:p>
            <a:r>
              <a:rPr lang="ko-KR" altLang="en-US" dirty="0"/>
              <a:t>처음에 볼륨으로 제공된 자세의 형태를 인코딩하기위한 새로운 표현을 </a:t>
            </a:r>
            <a:r>
              <a:rPr lang="ko-KR" altLang="en-US" dirty="0" smtClean="0"/>
              <a:t>제시</a:t>
            </a:r>
            <a:endParaRPr lang="en-US" altLang="ko-KR" dirty="0" smtClean="0"/>
          </a:p>
          <a:p>
            <a:r>
              <a:rPr lang="ko-KR" altLang="en-US" dirty="0"/>
              <a:t>우리는 신체 </a:t>
            </a:r>
            <a:r>
              <a:rPr lang="ko-KR" altLang="en-US" dirty="0" smtClean="0"/>
              <a:t>부위를 </a:t>
            </a:r>
            <a:r>
              <a:rPr lang="ko-KR" altLang="en-US" dirty="0"/>
              <a:t>다양한 크기와 회전을 가진 </a:t>
            </a:r>
            <a:r>
              <a:rPr lang="ko-KR" altLang="en-US" dirty="0" smtClean="0"/>
              <a:t>원통형으로 간주</a:t>
            </a:r>
            <a:endParaRPr lang="en-US" altLang="ko-KR" dirty="0" smtClean="0"/>
          </a:p>
          <a:p>
            <a:r>
              <a:rPr lang="ko-KR" altLang="en-US" dirty="0"/>
              <a:t>모든 레이어에서 인체와 교차하는 수평면에 투영을 사용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89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 Pose </a:t>
            </a:r>
            <a:r>
              <a:rPr lang="en-US" dirty="0" smtClean="0"/>
              <a:t>representation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체적 데이터 는 인간 자세의 형태를 이해하기위한 중요한 단서를 보여 주지만</a:t>
            </a:r>
            <a:r>
              <a:rPr lang="en-US" altLang="ko-KR" dirty="0"/>
              <a:t>, </a:t>
            </a:r>
            <a:r>
              <a:rPr lang="ko-KR" altLang="en-US" dirty="0"/>
              <a:t>체적 데이터를 기반으로 한 행동을 나타내는 것은 비용이 많이 들고 노이즈의 영향을 받기 </a:t>
            </a:r>
            <a:r>
              <a:rPr lang="ko-KR" altLang="en-US" dirty="0" smtClean="0"/>
              <a:t>쉬움</a:t>
            </a:r>
            <a:endParaRPr lang="en-US" altLang="ko-KR" dirty="0" smtClean="0"/>
          </a:p>
          <a:p>
            <a:r>
              <a:rPr lang="ko-KR" altLang="en-US" dirty="0"/>
              <a:t>제안 된 포즈 표현은 사용 된 </a:t>
            </a:r>
            <a:r>
              <a:rPr lang="ko-KR" altLang="en-US" dirty="0" err="1"/>
              <a:t>인코딩에</a:t>
            </a:r>
            <a:r>
              <a:rPr lang="ko-KR" altLang="en-US" dirty="0"/>
              <a:t> 효율적이면서 포즈의 중요한 특성을 유지하는 데 </a:t>
            </a:r>
            <a:r>
              <a:rPr lang="ko-KR" altLang="en-US" dirty="0" smtClean="0"/>
              <a:t>효과적</a:t>
            </a:r>
            <a:endParaRPr lang="en-US" altLang="ko-KR" dirty="0" smtClean="0"/>
          </a:p>
          <a:p>
            <a:r>
              <a:rPr lang="ko-KR" altLang="en-US" dirty="0"/>
              <a:t>인체 부분은 원통형 </a:t>
            </a:r>
            <a:r>
              <a:rPr lang="ko-KR" altLang="en-US" dirty="0" smtClean="0"/>
              <a:t>구조를 </a:t>
            </a:r>
            <a:r>
              <a:rPr lang="ko-KR" altLang="en-US" dirty="0"/>
              <a:t>가지므로 수평면과 포즈의 교차점을 원으로 더 단순화 할 </a:t>
            </a:r>
            <a:r>
              <a:rPr lang="ko-KR" altLang="en-US" dirty="0" smtClean="0"/>
              <a:t>수 있는 </a:t>
            </a:r>
            <a:r>
              <a:rPr lang="ko-KR" altLang="en-US" dirty="0"/>
              <a:t>타원 세트로 모델링 할 수 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r>
              <a:rPr lang="ko-KR" altLang="en-US" dirty="0"/>
              <a:t>원형 표현은 포즈 정보를 유지하면서 처리 될 데이터를 상당히 감소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651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 Pose representation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4155264"/>
            <a:ext cx="10515600" cy="2415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/>
              <a:t>그림 </a:t>
            </a:r>
            <a:r>
              <a:rPr lang="en-US" altLang="ko-KR" sz="1600" dirty="0"/>
              <a:t>1 . </a:t>
            </a:r>
            <a:r>
              <a:rPr lang="ko-KR" altLang="en-US" sz="1600" dirty="0"/>
              <a:t>일부 동작의 포즈 </a:t>
            </a:r>
            <a:r>
              <a:rPr lang="en-US" altLang="ko-KR" sz="1600" dirty="0"/>
              <a:t>: </a:t>
            </a:r>
            <a:r>
              <a:rPr lang="ko-KR" altLang="en-US" sz="1600" dirty="0"/>
              <a:t>시계 확인</a:t>
            </a:r>
            <a:r>
              <a:rPr lang="en-US" altLang="ko-KR" sz="1600" dirty="0"/>
              <a:t>, </a:t>
            </a:r>
            <a:r>
              <a:rPr lang="ko-KR" altLang="en-US" sz="1600" dirty="0"/>
              <a:t>팔걸이</a:t>
            </a:r>
            <a:r>
              <a:rPr lang="en-US" altLang="ko-KR" sz="1600" dirty="0"/>
              <a:t>, </a:t>
            </a:r>
            <a:r>
              <a:rPr lang="ko-KR" altLang="en-US" sz="1600" dirty="0"/>
              <a:t>머리 긁힘</a:t>
            </a:r>
            <a:r>
              <a:rPr lang="en-US" altLang="ko-KR" sz="1600" dirty="0"/>
              <a:t>, </a:t>
            </a:r>
            <a:r>
              <a:rPr lang="ko-KR" altLang="en-US" sz="1600" dirty="0"/>
              <a:t>앉기</a:t>
            </a:r>
            <a:r>
              <a:rPr lang="en-US" altLang="ko-KR" sz="1600" dirty="0"/>
              <a:t>, </a:t>
            </a:r>
            <a:r>
              <a:rPr lang="ko-KR" altLang="en-US" sz="1600" dirty="0"/>
              <a:t>일어나기</a:t>
            </a:r>
            <a:r>
              <a:rPr lang="en-US" altLang="ko-KR" sz="1600" dirty="0"/>
              <a:t>, </a:t>
            </a:r>
            <a:r>
              <a:rPr lang="ko-KR" altLang="en-US" sz="1600" dirty="0"/>
              <a:t>돌아 다니기</a:t>
            </a:r>
            <a:r>
              <a:rPr lang="en-US" altLang="ko-KR" sz="1600" dirty="0"/>
              <a:t>, </a:t>
            </a:r>
            <a:r>
              <a:rPr lang="ko-KR" altLang="en-US" sz="1600" dirty="0"/>
              <a:t>걷기</a:t>
            </a:r>
            <a:r>
              <a:rPr lang="en-US" altLang="ko-KR" sz="1600" dirty="0"/>
              <a:t>, </a:t>
            </a:r>
            <a:r>
              <a:rPr lang="ko-KR" altLang="en-US" sz="1600" dirty="0"/>
              <a:t>흔들기</a:t>
            </a:r>
            <a:r>
              <a:rPr lang="en-US" altLang="ko-KR" sz="1600" dirty="0"/>
              <a:t>, </a:t>
            </a:r>
            <a:r>
              <a:rPr lang="ko-KR" altLang="en-US" sz="1600" dirty="0"/>
              <a:t>펀치</a:t>
            </a:r>
            <a:r>
              <a:rPr lang="en-US" altLang="ko-KR" sz="1600" dirty="0"/>
              <a:t>, </a:t>
            </a:r>
            <a:r>
              <a:rPr lang="ko-KR" altLang="en-US" sz="1600" dirty="0"/>
              <a:t>발 차기 및 픽업</a:t>
            </a:r>
            <a:r>
              <a:rPr lang="en-US" altLang="ko-KR" sz="1600" dirty="0"/>
              <a:t>. </a:t>
            </a:r>
            <a:r>
              <a:rPr lang="ko-KR" altLang="en-US" sz="1600" dirty="0"/>
              <a:t>포즈의 체적 표현을 레이어로 나눕니다</a:t>
            </a:r>
            <a:r>
              <a:rPr lang="en-US" altLang="ko-KR" sz="1600" dirty="0"/>
              <a:t>. </a:t>
            </a:r>
            <a:r>
              <a:rPr lang="ko-KR" altLang="en-US" sz="1600" dirty="0"/>
              <a:t>각 레이어와 바디 세그먼트의 교차점은 둘러싸는 원으로 </a:t>
            </a:r>
            <a:r>
              <a:rPr lang="ko-KR" altLang="en-US" sz="1600" dirty="0" err="1"/>
              <a:t>코딩됩니다</a:t>
            </a:r>
            <a:r>
              <a:rPr lang="en-US" altLang="ko-KR" sz="1600" dirty="0" smtClean="0"/>
              <a:t>.</a:t>
            </a:r>
          </a:p>
          <a:p>
            <a:r>
              <a:rPr lang="ko-KR" altLang="en-US" dirty="0"/>
              <a:t>우리는 </a:t>
            </a:r>
            <a:r>
              <a:rPr lang="en-US" altLang="ko-KR" dirty="0"/>
              <a:t>3D </a:t>
            </a:r>
            <a:r>
              <a:rPr lang="ko-KR" altLang="en-US" dirty="0"/>
              <a:t>포즈가 다중 카메라 획득에 의해 구성된 </a:t>
            </a:r>
            <a:r>
              <a:rPr lang="ko-KR" altLang="en-US" dirty="0" err="1"/>
              <a:t>복셀</a:t>
            </a:r>
            <a:r>
              <a:rPr lang="ko-KR" altLang="en-US" dirty="0"/>
              <a:t> 그리드 형태의 시각적 선체로 제공된다고 가정</a:t>
            </a:r>
            <a:endParaRPr lang="en-US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9693"/>
            <a:ext cx="7763975" cy="231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7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 Pose representation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80894" y="1825624"/>
            <a:ext cx="5372906" cy="4687717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 err="1"/>
              <a:t>복셀</a:t>
            </a:r>
            <a:r>
              <a:rPr lang="ko-KR" altLang="en-US" dirty="0"/>
              <a:t> 그리드는 세로 축에 수직 인 가로 레이어로 나뉘어 </a:t>
            </a:r>
            <a:r>
              <a:rPr lang="en-US" altLang="ko-KR" i="1" dirty="0"/>
              <a:t>l</a:t>
            </a:r>
            <a:r>
              <a:rPr lang="ko-KR" altLang="en-US" dirty="0"/>
              <a:t>  </a:t>
            </a:r>
            <a:r>
              <a:rPr lang="en-US" altLang="ko-KR" dirty="0"/>
              <a:t>=  1,  …  , </a:t>
            </a:r>
            <a:r>
              <a:rPr lang="en-US" altLang="ko-KR" i="1" dirty="0"/>
              <a:t>n</a:t>
            </a:r>
            <a:r>
              <a:rPr lang="ko-KR" altLang="en-US" dirty="0"/>
              <a:t> 레이어 </a:t>
            </a:r>
            <a:r>
              <a:rPr lang="ko-KR" altLang="en-US" dirty="0" smtClean="0"/>
              <a:t>모음</a:t>
            </a:r>
            <a:endParaRPr lang="en-US" altLang="ko-KR" dirty="0" smtClean="0"/>
          </a:p>
          <a:p>
            <a:r>
              <a:rPr lang="en-US" altLang="ko-KR" i="1" dirty="0"/>
              <a:t>n</a:t>
            </a:r>
            <a:r>
              <a:rPr lang="ko-KR" altLang="en-US" dirty="0"/>
              <a:t> 은 세로 축의 레이어 </a:t>
            </a:r>
            <a:r>
              <a:rPr lang="ko-KR" altLang="en-US" dirty="0" smtClean="0"/>
              <a:t>수</a:t>
            </a:r>
            <a:endParaRPr lang="en-US" altLang="ko-KR" dirty="0" smtClean="0"/>
          </a:p>
          <a:p>
            <a:r>
              <a:rPr lang="ko-KR" altLang="en-US" dirty="0"/>
              <a:t>노이즈 및 결함이 발생할 수 있으므로 먼저 각 레이어 </a:t>
            </a:r>
            <a:r>
              <a:rPr lang="ko-KR" altLang="en-US" dirty="0" err="1"/>
              <a:t>를</a:t>
            </a:r>
            <a:r>
              <a:rPr lang="ko-KR" altLang="en-US" dirty="0"/>
              <a:t> 픽셀로 구성된 이진 </a:t>
            </a:r>
            <a:r>
              <a:rPr lang="ko-KR" altLang="en-US" dirty="0" smtClean="0"/>
              <a:t>이미지</a:t>
            </a:r>
            <a:r>
              <a:rPr lang="ko-KR" altLang="en-US" dirty="0"/>
              <a:t> 로 </a:t>
            </a:r>
            <a:r>
              <a:rPr lang="ko-KR" altLang="en-US" dirty="0" smtClean="0"/>
              <a:t>평가</a:t>
            </a:r>
            <a:endParaRPr lang="en-US" altLang="ko-KR" dirty="0" smtClean="0"/>
          </a:p>
          <a:p>
            <a:r>
              <a:rPr lang="ko-KR" altLang="en-US" dirty="0"/>
              <a:t>다음 반지름이 </a:t>
            </a:r>
            <a:r>
              <a:rPr lang="en-US" altLang="ko-KR" dirty="0"/>
              <a:t>2 </a:t>
            </a:r>
            <a:r>
              <a:rPr lang="ko-KR" altLang="en-US" dirty="0"/>
              <a:t>인 디스크 구조 요소를 사용하여 </a:t>
            </a:r>
            <a:r>
              <a:rPr lang="ko-KR" altLang="en-US" dirty="0" smtClean="0"/>
              <a:t>노이즈를 줄임</a:t>
            </a:r>
            <a:endParaRPr lang="en-US" altLang="ko-KR" dirty="0" smtClean="0"/>
          </a:p>
          <a:p>
            <a:r>
              <a:rPr lang="ko-KR" altLang="en-US" dirty="0" smtClean="0"/>
              <a:t>우리는 </a:t>
            </a:r>
            <a:r>
              <a:rPr lang="en-US" dirty="0" smtClean="0"/>
              <a:t>8-neighbors</a:t>
            </a:r>
            <a:r>
              <a:rPr lang="ko-KR" altLang="en-US" dirty="0" smtClean="0"/>
              <a:t>을 보고 </a:t>
            </a:r>
            <a:r>
              <a:rPr lang="ko-KR" altLang="en-US" dirty="0"/>
              <a:t>각 계층에서 연결된 구성 요소 </a:t>
            </a:r>
            <a:r>
              <a:rPr lang="en-US" altLang="ko-KR" dirty="0"/>
              <a:t>(CC)</a:t>
            </a:r>
            <a:r>
              <a:rPr lang="ko-KR" altLang="en-US" dirty="0"/>
              <a:t>를 </a:t>
            </a:r>
            <a:r>
              <a:rPr lang="ko-KR" altLang="en-US" dirty="0" smtClean="0"/>
              <a:t>찾음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69" y="1825625"/>
            <a:ext cx="576262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7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3.2. Circle-based pose </a:t>
            </a:r>
            <a:r>
              <a:rPr lang="en-US" dirty="0" smtClean="0"/>
              <a:t>representation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4455000"/>
            <a:ext cx="10515600" cy="1731572"/>
          </a:xfrm>
        </p:spPr>
        <p:txBody>
          <a:bodyPr/>
          <a:lstStyle/>
          <a:p>
            <a:r>
              <a:rPr lang="ko-KR" altLang="en-US" dirty="0"/>
              <a:t>제안 된 원형 표현은 신체 구성에 대한 중요한 로컬 신호를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r>
              <a:rPr lang="ko-KR" altLang="en-US" dirty="0"/>
              <a:t>해당 레이어를 통과하는 신체 부위의 수</a:t>
            </a:r>
            <a:r>
              <a:rPr lang="en-US" altLang="ko-KR" dirty="0"/>
              <a:t>, </a:t>
            </a:r>
            <a:r>
              <a:rPr lang="ko-KR" altLang="en-US" dirty="0"/>
              <a:t>레이어에 퍼져있는 양</a:t>
            </a:r>
            <a:r>
              <a:rPr lang="en-US" altLang="ko-KR" dirty="0"/>
              <a:t>, </a:t>
            </a:r>
            <a:r>
              <a:rPr lang="ko-KR" altLang="en-US" dirty="0"/>
              <a:t>서로 얼마나 떨어져 있는지</a:t>
            </a: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4078"/>
            <a:ext cx="6348352" cy="261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6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3.2.1. Number of </a:t>
            </a:r>
            <a:r>
              <a:rPr lang="en-US" dirty="0" smtClean="0"/>
              <a:t>circles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바디 의 관절 </a:t>
            </a:r>
            <a:r>
              <a:rPr lang="ko-KR" altLang="en-US" dirty="0" smtClean="0"/>
              <a:t>구조는 </a:t>
            </a:r>
            <a:r>
              <a:rPr lang="ko-KR" altLang="en-US" dirty="0"/>
              <a:t>각 레이어에 서로 다른 수의 교차점을 </a:t>
            </a:r>
            <a:r>
              <a:rPr lang="ko-KR" altLang="en-US" dirty="0" err="1" smtClean="0"/>
              <a:t>만듬</a:t>
            </a:r>
            <a:endParaRPr lang="en-US" altLang="ko-KR" dirty="0" smtClean="0"/>
          </a:p>
          <a:p>
            <a:r>
              <a:rPr lang="ko-KR" altLang="en-US" dirty="0"/>
              <a:t>헤드에 대응하는 층은 단일 원을 가질 </a:t>
            </a:r>
            <a:r>
              <a:rPr lang="ko-KR" altLang="en-US" dirty="0" smtClean="0"/>
              <a:t>가능성</a:t>
            </a:r>
            <a:endParaRPr lang="en-US" altLang="ko-KR" dirty="0" smtClean="0"/>
          </a:p>
          <a:p>
            <a:r>
              <a:rPr lang="ko-KR" altLang="en-US" dirty="0"/>
              <a:t>다리에 대응하는 층은 </a:t>
            </a:r>
            <a:r>
              <a:rPr lang="en-US" altLang="ko-KR" dirty="0"/>
              <a:t>2 </a:t>
            </a:r>
            <a:r>
              <a:rPr lang="ko-KR" altLang="en-US" dirty="0"/>
              <a:t>개의 원을 가질 </a:t>
            </a:r>
            <a:r>
              <a:rPr lang="ko-KR" altLang="en-US" dirty="0" smtClean="0"/>
              <a:t>가능성</a:t>
            </a:r>
            <a:endParaRPr lang="en-US" altLang="ko-KR" dirty="0" smtClean="0"/>
          </a:p>
          <a:p>
            <a:r>
              <a:rPr lang="ko-KR" altLang="en-US" dirty="0"/>
              <a:t>따라서 첫 번째 기능으로 원의 수를 검사하여 레이어와 교차하는 신체 부위의 수를 </a:t>
            </a:r>
            <a:r>
              <a:rPr lang="ko-KR" altLang="en-US" dirty="0" smtClean="0"/>
              <a:t>찾음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043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3.2.2. Area of outer </a:t>
            </a:r>
            <a:r>
              <a:rPr lang="en-US" dirty="0" smtClean="0"/>
              <a:t>circle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이어를 통과하는 모든 신체 부위를 포함하는 최대 영역은 </a:t>
            </a:r>
            <a:r>
              <a:rPr lang="ko-KR" altLang="en-US" dirty="0" smtClean="0"/>
              <a:t>이 </a:t>
            </a:r>
            <a:r>
              <a:rPr lang="ko-KR" altLang="en-US" dirty="0"/>
              <a:t>레이어의 신체 구성을 이해하는 </a:t>
            </a:r>
            <a:r>
              <a:rPr lang="ko-KR" altLang="en-US" dirty="0" smtClean="0"/>
              <a:t>중요한 </a:t>
            </a:r>
            <a:r>
              <a:rPr lang="ko-KR" altLang="en-US" dirty="0"/>
              <a:t>로컬 </a:t>
            </a:r>
            <a:r>
              <a:rPr lang="ko-KR" altLang="en-US" dirty="0" smtClean="0"/>
              <a:t>신호</a:t>
            </a:r>
            <a:endParaRPr lang="en-US" altLang="ko-KR" dirty="0" smtClean="0"/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 smtClean="0"/>
              <a:t>다리 레벨의 </a:t>
            </a:r>
            <a:r>
              <a:rPr lang="ko-KR" altLang="en-US" dirty="0"/>
              <a:t>최대 영역은 </a:t>
            </a:r>
            <a:r>
              <a:rPr lang="ko-KR" altLang="en-US" dirty="0" smtClean="0"/>
              <a:t>다리가 </a:t>
            </a:r>
            <a:r>
              <a:rPr lang="ko-KR" altLang="en-US" dirty="0"/>
              <a:t>열려 있는지 또는 닫혀 </a:t>
            </a:r>
            <a:r>
              <a:rPr lang="ko-KR" altLang="en-US" dirty="0" smtClean="0"/>
              <a:t>있는 지와 </a:t>
            </a:r>
            <a:r>
              <a:rPr lang="ko-KR" altLang="en-US" dirty="0"/>
              <a:t>같은 정보를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pPr marL="0" indent="0">
              <a:buNone/>
            </a:pPr>
            <a:r>
              <a:rPr lang="en-US" sz="3600" dirty="0"/>
              <a:t>3.2.3. Area of inner </a:t>
            </a:r>
            <a:r>
              <a:rPr lang="en-US" sz="3600" dirty="0" smtClean="0"/>
              <a:t>circle</a:t>
            </a:r>
          </a:p>
          <a:p>
            <a:r>
              <a:rPr lang="ko-KR" altLang="en-US" dirty="0"/>
              <a:t>세 번째 특징은 포즈 볼륨의 공간을 인코딩하며 신체 부위 간의 상대 거리로 표시</a:t>
            </a:r>
            <a:endParaRPr lang="en-US" dirty="0"/>
          </a:p>
          <a:p>
            <a:r>
              <a:rPr lang="ko-KR" altLang="en-US" dirty="0"/>
              <a:t> 이를 위해 모든 원의 중심을 둘러싸는 내부 원이 발견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583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4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97082" y="2654739"/>
            <a:ext cx="6556717" cy="3689790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도 </a:t>
            </a:r>
            <a:r>
              <a:rPr lang="en-US" altLang="ko-KR" sz="2000" dirty="0"/>
              <a:t>4 . </a:t>
            </a:r>
            <a:r>
              <a:rPr lang="ko-KR" altLang="en-US" sz="2000" dirty="0"/>
              <a:t>불변성 보기 </a:t>
            </a:r>
            <a:r>
              <a:rPr lang="en-US" altLang="ko-KR" sz="2000" dirty="0"/>
              <a:t>: </a:t>
            </a:r>
            <a:r>
              <a:rPr lang="ko-KR" altLang="en-US" sz="2000" dirty="0"/>
              <a:t>두 명의 다른 배우가 수행 한 두 개의 킥 포즈</a:t>
            </a:r>
            <a:r>
              <a:rPr lang="en-US" altLang="ko-KR" sz="2000" dirty="0"/>
              <a:t>. </a:t>
            </a:r>
            <a:r>
              <a:rPr lang="ko-KR" altLang="en-US" sz="2000" dirty="0"/>
              <a:t>왼쪽 열은 킥 동작 </a:t>
            </a:r>
            <a:r>
              <a:rPr lang="en-US" altLang="ko-KR" sz="2000" dirty="0"/>
              <a:t>(64  ×  64  ×  64 </a:t>
            </a:r>
            <a:r>
              <a:rPr lang="ko-KR" altLang="en-US" sz="2000" dirty="0" err="1"/>
              <a:t>복셀</a:t>
            </a:r>
            <a:r>
              <a:rPr lang="ko-KR" altLang="en-US" sz="2000" dirty="0"/>
              <a:t> 그리드</a:t>
            </a:r>
            <a:r>
              <a:rPr lang="en-US" altLang="ko-KR" sz="2000" dirty="0"/>
              <a:t>) </a:t>
            </a:r>
            <a:r>
              <a:rPr lang="ko-KR" altLang="en-US" sz="2000" dirty="0"/>
              <a:t>의 포즈에 대한 체적 </a:t>
            </a:r>
            <a:r>
              <a:rPr lang="ko-KR" altLang="en-US" sz="2000" dirty="0" smtClean="0"/>
              <a:t>데이터입니다</a:t>
            </a:r>
            <a:r>
              <a:rPr lang="ko-KR" altLang="en-US" sz="2000" dirty="0"/>
              <a:t> </a:t>
            </a:r>
            <a:r>
              <a:rPr lang="en-US" altLang="ko-KR" sz="2000" dirty="0"/>
              <a:t>. </a:t>
            </a:r>
            <a:r>
              <a:rPr lang="ko-KR" altLang="en-US" sz="2000" dirty="0"/>
              <a:t>가운데 열은 포즈를 경계 원의 모음으로 표현한 것입니다</a:t>
            </a:r>
            <a:r>
              <a:rPr lang="en-US" altLang="ko-KR" sz="2000" dirty="0"/>
              <a:t>. </a:t>
            </a:r>
            <a:r>
              <a:rPr lang="ko-KR" altLang="en-US" sz="2000" dirty="0"/>
              <a:t>오른쪽 열은 바깥 원의 피처 벡터 영역의 플롯으로</a:t>
            </a:r>
            <a:r>
              <a:rPr lang="en-US" altLang="ko-KR" sz="2000" dirty="0"/>
              <a:t>, </a:t>
            </a:r>
            <a:r>
              <a:rPr lang="ko-KR" altLang="en-US" sz="2000" dirty="0"/>
              <a:t>레이어 당 경계 원의 영역을 보여줍니다</a:t>
            </a:r>
            <a:r>
              <a:rPr lang="en-US" altLang="ko-KR" sz="2000" dirty="0"/>
              <a:t>. </a:t>
            </a:r>
            <a:r>
              <a:rPr lang="ko-KR" altLang="en-US" sz="2000" dirty="0"/>
              <a:t>다른 시점에서 같은 포즈의 특징 벡터는 매우 </a:t>
            </a:r>
            <a:r>
              <a:rPr lang="ko-KR" altLang="en-US" sz="2000" dirty="0" smtClean="0"/>
              <a:t>유사</a:t>
            </a:r>
            <a:endParaRPr 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3" y="1847850"/>
            <a:ext cx="417195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4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 Motion </a:t>
            </a:r>
            <a:r>
              <a:rPr lang="en-US" dirty="0" smtClean="0"/>
              <a:t>representation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87913"/>
          </a:xfrm>
        </p:spPr>
        <p:txBody>
          <a:bodyPr/>
          <a:lstStyle/>
          <a:p>
            <a:r>
              <a:rPr lang="ko-KR" altLang="en-US" dirty="0"/>
              <a:t> 특징 벡터 </a:t>
            </a:r>
            <a:r>
              <a:rPr lang="en-US" altLang="ko-KR" b="1" dirty="0"/>
              <a:t>c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o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 err="1"/>
              <a:t>i</a:t>
            </a:r>
            <a:r>
              <a:rPr lang="ko-KR" altLang="en-US" b="1" dirty="0" err="1"/>
              <a:t>를</a:t>
            </a:r>
            <a:r>
              <a:rPr lang="ko-KR" altLang="en-US" dirty="0"/>
              <a:t> 사용하여 단일 액션 프레임에서 </a:t>
            </a:r>
            <a:r>
              <a:rPr lang="en-US" altLang="ko-KR" dirty="0"/>
              <a:t>3D </a:t>
            </a:r>
            <a:r>
              <a:rPr lang="ko-KR" altLang="en-US" dirty="0"/>
              <a:t>포즈를 인코딩하는 표현을 </a:t>
            </a:r>
            <a:r>
              <a:rPr lang="ko-KR" altLang="en-US" dirty="0" smtClean="0"/>
              <a:t>제시</a:t>
            </a:r>
            <a:endParaRPr lang="en-US" altLang="ko-K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54" y="2956295"/>
            <a:ext cx="3371338" cy="30712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09624" y="2956295"/>
            <a:ext cx="6865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도 </a:t>
            </a:r>
            <a:r>
              <a:rPr lang="en-US" altLang="ko-KR" dirty="0"/>
              <a:t>5 .  </a:t>
            </a:r>
            <a:r>
              <a:rPr lang="en-US" dirty="0"/>
              <a:t> </a:t>
            </a:r>
            <a:r>
              <a:rPr lang="en-US" i="1" dirty="0"/>
              <a:t>Motion Set</a:t>
            </a:r>
            <a:r>
              <a:rPr lang="en-US" dirty="0"/>
              <a:t> for 13 </a:t>
            </a:r>
            <a:r>
              <a:rPr lang="en-US" dirty="0" smtClean="0"/>
              <a:t>actions </a:t>
            </a:r>
            <a:r>
              <a:rPr lang="ko-KR" altLang="en-US" dirty="0" smtClean="0"/>
              <a:t>위에서 </a:t>
            </a:r>
            <a:r>
              <a:rPr lang="ko-KR" altLang="en-US" dirty="0"/>
              <a:t>아래로 </a:t>
            </a:r>
            <a:r>
              <a:rPr lang="en-US" altLang="ko-KR" dirty="0"/>
              <a:t>: </a:t>
            </a:r>
            <a:r>
              <a:rPr lang="ko-KR" altLang="en-US" dirty="0"/>
              <a:t>시계 확인</a:t>
            </a:r>
            <a:r>
              <a:rPr lang="en-US" altLang="ko-KR" dirty="0"/>
              <a:t>, </a:t>
            </a:r>
            <a:r>
              <a:rPr lang="ko-KR" altLang="en-US" dirty="0"/>
              <a:t>팔 교차</a:t>
            </a:r>
            <a:r>
              <a:rPr lang="en-US" altLang="ko-KR" dirty="0"/>
              <a:t>, </a:t>
            </a:r>
            <a:r>
              <a:rPr lang="ko-KR" altLang="en-US" dirty="0"/>
              <a:t>머리 긁힘</a:t>
            </a:r>
            <a:r>
              <a:rPr lang="en-US" altLang="ko-KR" dirty="0"/>
              <a:t>, </a:t>
            </a:r>
            <a:r>
              <a:rPr lang="ko-KR" altLang="en-US" dirty="0"/>
              <a:t>앉기</a:t>
            </a:r>
            <a:r>
              <a:rPr lang="en-US" altLang="ko-KR" dirty="0"/>
              <a:t>, </a:t>
            </a:r>
            <a:r>
              <a:rPr lang="ko-KR" altLang="en-US" dirty="0"/>
              <a:t>일어나기</a:t>
            </a:r>
            <a:r>
              <a:rPr lang="en-US" altLang="ko-KR" dirty="0"/>
              <a:t>, </a:t>
            </a:r>
            <a:r>
              <a:rPr lang="ko-KR" altLang="en-US" dirty="0"/>
              <a:t>돌아 다니기</a:t>
            </a:r>
            <a:r>
              <a:rPr lang="en-US" altLang="ko-KR" dirty="0"/>
              <a:t>, </a:t>
            </a:r>
            <a:r>
              <a:rPr lang="ko-KR" altLang="en-US" dirty="0"/>
              <a:t>걷기</a:t>
            </a:r>
            <a:r>
              <a:rPr lang="en-US" altLang="ko-KR" dirty="0"/>
              <a:t>, </a:t>
            </a:r>
            <a:r>
              <a:rPr lang="ko-KR" altLang="en-US" dirty="0"/>
              <a:t>흔들기</a:t>
            </a:r>
            <a:r>
              <a:rPr lang="en-US" altLang="ko-KR" dirty="0"/>
              <a:t>, </a:t>
            </a:r>
            <a:r>
              <a:rPr lang="ko-KR" altLang="en-US" dirty="0"/>
              <a:t>펀치</a:t>
            </a:r>
            <a:r>
              <a:rPr lang="en-US" altLang="ko-KR" dirty="0"/>
              <a:t>, </a:t>
            </a:r>
            <a:r>
              <a:rPr lang="ko-KR" altLang="en-US" dirty="0"/>
              <a:t>차기</a:t>
            </a:r>
            <a:r>
              <a:rPr lang="en-US" altLang="ko-KR" dirty="0"/>
              <a:t>, </a:t>
            </a:r>
            <a:r>
              <a:rPr lang="ko-KR" altLang="en-US" dirty="0"/>
              <a:t>가리 키기</a:t>
            </a:r>
            <a:r>
              <a:rPr lang="en-US" altLang="ko-KR" dirty="0"/>
              <a:t>, </a:t>
            </a:r>
            <a:r>
              <a:rPr lang="ko-KR" altLang="en-US" dirty="0"/>
              <a:t>집어 던지기</a:t>
            </a:r>
            <a:r>
              <a:rPr lang="en-US" altLang="ko-KR" dirty="0"/>
              <a:t>. </a:t>
            </a:r>
            <a:r>
              <a:rPr lang="ko-KR" altLang="en-US" dirty="0"/>
              <a:t>왼쪽에서 </a:t>
            </a:r>
            <a:r>
              <a:rPr lang="ko-KR" altLang="en-US" dirty="0" smtClean="0"/>
              <a:t>오른쪽으로 </a:t>
            </a:r>
            <a:r>
              <a:rPr lang="en-US" altLang="ko-KR" dirty="0"/>
              <a:t>: </a:t>
            </a:r>
            <a:r>
              <a:rPr lang="en-US" altLang="ko-KR" b="1" dirty="0"/>
              <a:t>O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O </a:t>
            </a:r>
            <a:r>
              <a:rPr lang="en-US" altLang="ko-KR" i="1" baseline="-25000" dirty="0"/>
              <a:t>t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O </a:t>
            </a:r>
            <a:r>
              <a:rPr lang="en-US" altLang="ko-KR" i="1" baseline="-25000" dirty="0"/>
              <a:t>b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C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C </a:t>
            </a:r>
            <a:r>
              <a:rPr lang="en-US" altLang="ko-KR" i="1" baseline="-25000" dirty="0"/>
              <a:t>t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C </a:t>
            </a:r>
            <a:r>
              <a:rPr lang="en-US" altLang="ko-KR" i="1" baseline="-25000" dirty="0"/>
              <a:t>b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I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I </a:t>
            </a:r>
            <a:r>
              <a:rPr lang="en-US" altLang="ko-KR" i="1" baseline="-25000" dirty="0"/>
              <a:t>t</a:t>
            </a:r>
            <a:r>
              <a:rPr lang="ko-KR" altLang="en-US" dirty="0"/>
              <a:t> </a:t>
            </a:r>
            <a:r>
              <a:rPr lang="en-US" altLang="ko-KR" dirty="0"/>
              <a:t>, </a:t>
            </a:r>
            <a:r>
              <a:rPr lang="en-US" altLang="ko-KR" b="1" dirty="0"/>
              <a:t>I </a:t>
            </a:r>
            <a:r>
              <a:rPr lang="en-US" altLang="ko-KR" i="1" baseline="-25000" dirty="0"/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5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 Action </a:t>
            </a:r>
            <a:r>
              <a:rPr lang="en-US" dirty="0" smtClean="0"/>
              <a:t>recognition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분류 </a:t>
            </a:r>
            <a:r>
              <a:rPr lang="ko-KR" altLang="en-US" dirty="0" smtClean="0"/>
              <a:t>정확도를 </a:t>
            </a:r>
            <a:r>
              <a:rPr lang="ko-KR" altLang="en-US" dirty="0"/>
              <a:t>향상시키기 위해 </a:t>
            </a:r>
            <a:r>
              <a:rPr lang="en-US" altLang="ko-KR" dirty="0" smtClean="0"/>
              <a:t>2 </a:t>
            </a:r>
            <a:r>
              <a:rPr lang="ko-KR" altLang="en-US" dirty="0"/>
              <a:t>단계 작업 분류 체계 를 </a:t>
            </a:r>
            <a:r>
              <a:rPr lang="ko-KR" altLang="en-US" dirty="0" smtClean="0"/>
              <a:t>제시 </a:t>
            </a:r>
            <a:endParaRPr lang="en-US" altLang="ko-KR" dirty="0" smtClean="0"/>
          </a:p>
          <a:p>
            <a:r>
              <a:rPr lang="ko-KR" altLang="en-US" dirty="0"/>
              <a:t> 첫 번째 수준에서 동작은 펀치 또는 웨이브와 같은 상체 동작과 보행 또는 킥과 같은 전신 동작의 두 가지 그룹으로 동작을 </a:t>
            </a:r>
            <a:r>
              <a:rPr lang="ko-KR" altLang="en-US" dirty="0" smtClean="0"/>
              <a:t>나눔</a:t>
            </a:r>
            <a:endParaRPr lang="en-US" altLang="ko-KR" dirty="0" smtClean="0"/>
          </a:p>
          <a:p>
            <a:r>
              <a:rPr lang="ko-KR" altLang="en-US" dirty="0"/>
              <a:t>두 번째 수준에서 동작은 </a:t>
            </a:r>
            <a:r>
              <a:rPr lang="en-US" altLang="ko-KR" dirty="0"/>
              <a:t>EMU (Earth Mover 's Distance) </a:t>
            </a:r>
            <a:r>
              <a:rPr lang="ko-KR" altLang="en-US" dirty="0"/>
              <a:t>또는 유클리드 </a:t>
            </a:r>
            <a:r>
              <a:rPr lang="ko-KR" altLang="en-US" dirty="0" smtClean="0"/>
              <a:t>거리에 의해 </a:t>
            </a:r>
            <a:r>
              <a:rPr lang="ko-KR" altLang="en-US" dirty="0"/>
              <a:t>측정 된 모션 매트릭스 </a:t>
            </a:r>
            <a:r>
              <a:rPr lang="ko-KR" altLang="en-US" dirty="0" smtClean="0"/>
              <a:t>유사성에 </a:t>
            </a:r>
            <a:r>
              <a:rPr lang="ko-KR" altLang="en-US" dirty="0"/>
              <a:t>따라 기본 클래스로 </a:t>
            </a:r>
            <a:r>
              <a:rPr lang="ko-KR" altLang="en-US" dirty="0" smtClean="0"/>
              <a:t>분류</a:t>
            </a:r>
            <a:endParaRPr lang="en-US" altLang="ko-KR" dirty="0" smtClean="0"/>
          </a:p>
          <a:p>
            <a:r>
              <a:rPr lang="ko-KR" altLang="en-US" dirty="0"/>
              <a:t>작을 분류하는 간단한 방법은 모션이 인체의 상부 또는 하부에서 발생하는지 감지하는 등의 글로벌 모션 정보를 </a:t>
            </a:r>
            <a:r>
              <a:rPr lang="ko-KR" altLang="en-US" dirty="0" smtClean="0"/>
              <a:t>평가</a:t>
            </a:r>
            <a:endParaRPr lang="en-US" altLang="ko-KR" dirty="0" smtClean="0"/>
          </a:p>
          <a:p>
            <a:r>
              <a:rPr lang="ko-KR" altLang="en-US"/>
              <a:t>하체 운동으로 인해 신체 구성 전체에 </a:t>
            </a:r>
            <a:r>
              <a:rPr lang="ko-KR" altLang="en-US"/>
              <a:t>변화가 </a:t>
            </a:r>
            <a:r>
              <a:rPr lang="ko-KR" altLang="en-US" smtClean="0"/>
              <a:t>생김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678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240</Words>
  <Application>Microsoft Office PowerPoint</Application>
  <PresentationFormat>와이드스크린</PresentationFormat>
  <Paragraphs>56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abstract</vt:lpstr>
      <vt:lpstr>1. Introduction</vt:lpstr>
      <vt:lpstr>3. Pose representation</vt:lpstr>
      <vt:lpstr>3. Pose representation</vt:lpstr>
      <vt:lpstr>3. Pose representation</vt:lpstr>
      <vt:lpstr>3.2. Circle-based pose representation</vt:lpstr>
      <vt:lpstr>3.2.1. Number of circles</vt:lpstr>
      <vt:lpstr>3.2.2. Area of outer circle</vt:lpstr>
      <vt:lpstr>Fig. 4</vt:lpstr>
      <vt:lpstr>4. Motion representation</vt:lpstr>
      <vt:lpstr>5. Action recognition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k jh</cp:lastModifiedBy>
  <cp:revision>30</cp:revision>
  <dcterms:created xsi:type="dcterms:W3CDTF">2019-09-05T03:00:07Z</dcterms:created>
  <dcterms:modified xsi:type="dcterms:W3CDTF">2019-09-05T08:31:30Z</dcterms:modified>
</cp:coreProperties>
</file>